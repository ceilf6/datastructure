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86" r:id="rId24"/>
    <p:sldId id="287" r:id="rId25"/>
    <p:sldId id="289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80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40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11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139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868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0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2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29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088E771-047E-4805-9884-5B053A6882D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6796F-42D4-4544-96A4-14CCFF2BCC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56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i-wiki.org/string/manacher/" TargetMode="External"/><Relationship Id="rId7" Type="http://schemas.openxmlformats.org/officeDocument/2006/relationships/hyperlink" Target="https://www.luogu.com.cn/problem/P3375" TargetMode="External"/><Relationship Id="rId2" Type="http://schemas.openxmlformats.org/officeDocument/2006/relationships/hyperlink" Target="https://oi-wiki.org/string/matc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uogu.com.cn/problem/P3805" TargetMode="External"/><Relationship Id="rId5" Type="http://schemas.openxmlformats.org/officeDocument/2006/relationships/hyperlink" Target="https://www.luogu.com.cn/problem/P3370" TargetMode="External"/><Relationship Id="rId4" Type="http://schemas.openxmlformats.org/officeDocument/2006/relationships/hyperlink" Target="https://oi-wiki.org/string/has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5F813-36A4-09F7-0923-9F14474DB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654299"/>
            <a:ext cx="10058400" cy="1102357"/>
          </a:xfrm>
        </p:spPr>
        <p:txBody>
          <a:bodyPr/>
          <a:lstStyle/>
          <a:p>
            <a:pPr algn="ctr"/>
            <a:r>
              <a:rPr lang="zh-CN" altLang="en-US" dirty="0"/>
              <a:t>字符串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37C041-2A78-F155-612E-64E52782E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80" y="4040188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zh-CN" altLang="en-US" sz="1400" dirty="0"/>
              <a:t>松浩然</a:t>
            </a:r>
            <a:endParaRPr lang="en-US" altLang="zh-CN" sz="1400" dirty="0"/>
          </a:p>
          <a:p>
            <a:pPr algn="ctr"/>
            <a:r>
              <a:rPr lang="en-US" altLang="zh-CN" sz="1400" dirty="0"/>
              <a:t>2025.2.15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5314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7814A-D924-CFF4-B9B2-A5CA0810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字符串定义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300B9F4-DD60-F9C3-F88A-9BF29A73B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275" y="1691322"/>
            <a:ext cx="7875587" cy="1161065"/>
          </a:xfr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6D7441C-724E-321A-0E8E-ED9D07DF4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2E5D4EAC-C901-AF99-DC61-B17BDC04A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86D1D67-8726-14E7-18AA-988C065D9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8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CA9BCD75-DC19-9070-881C-0660B8502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45CD96F0-D0C5-5FF0-906A-C87CBBDE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0C292AC1-E8F7-CB3B-0F46-92172EAC8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725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892F0334-9F3A-A33B-379C-A03D84588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7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F71391-0858-09E8-8593-400B800EB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75" y="2944337"/>
            <a:ext cx="7053979" cy="196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7C3B-7CFD-6650-7349-D6E5FC77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C153F-C4E2-946E-0D80-5D4AB382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字符串定义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8E5D776A-FFBD-90AB-95A9-915FD3128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AF9EBE2C-4D79-DEB7-E1C4-293D556D7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C4ECB9C-90AB-9CA7-9B7F-20B0513F2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8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77B0EC4E-B8BE-B0A1-CC61-B9C29AC3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37B1A5E-FAFE-8EEB-4881-2622EC713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9E98E3BB-8481-2BF3-0A23-6E998C51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725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8AF7F60-19BB-0198-4717-FEC1597FF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7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BA3AB1-D85B-0743-116D-63DA8BC9F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75" y="1691322"/>
            <a:ext cx="6831641" cy="316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2F3F-2C43-8521-C0B6-BA963740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C63C8-B1ED-994F-85D1-F89134F7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字符串定义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EDE8013-08D2-561F-AF49-76E6D486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3BFBA42E-3D76-F68E-CA69-ED5EE7CF4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DD0F098-57A2-AC19-E1FD-2EC5FB06E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8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C625C7D7-0899-FB33-BD60-25D869795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E9E29DF3-EAFF-DDF6-0B0F-DDFDEAA60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C1B71488-D8F8-0C0C-93DC-4A18690F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725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4397888-74DB-F88F-27FC-3FDA04AB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7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8BB4F7E-7C09-BB51-A5C3-16B1190BA714}"/>
              </a:ext>
            </a:extLst>
          </p:cNvPr>
          <p:cNvGrpSpPr/>
          <p:nvPr/>
        </p:nvGrpSpPr>
        <p:grpSpPr>
          <a:xfrm>
            <a:off x="930275" y="1691322"/>
            <a:ext cx="7508904" cy="3906713"/>
            <a:chOff x="1231872" y="2078161"/>
            <a:chExt cx="6800878" cy="343192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BDD4B64-FA16-6EB3-C0A7-F6CB21CBE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252" b="47710"/>
            <a:stretch/>
          </p:blipFill>
          <p:spPr>
            <a:xfrm>
              <a:off x="1231872" y="2078161"/>
              <a:ext cx="6800878" cy="184614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2F04FD8-F1C5-94DC-3CF7-22751189A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890"/>
            <a:stretch/>
          </p:blipFill>
          <p:spPr>
            <a:xfrm>
              <a:off x="1231872" y="3924301"/>
              <a:ext cx="6800878" cy="1585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30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225F-8A8B-1F9D-A7C6-C674DF1E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491D3-15B1-13DD-65AF-12883BEB4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字符串定义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C8FA798-A235-5C1C-B90C-97A471910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6A396B0-B56F-8251-F2E3-C2FC444E4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3C691B3-A530-6ACF-D504-F48F836B0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8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D10B1DB4-A32A-E8CF-9F59-611BC4D57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855847AD-41A7-AB0D-871E-B8F97AA6C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38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E8B2DCFD-6620-2AF6-62AB-108BCDE1A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725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89CA4A3-9881-CB5D-00ED-9155EBED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713" y="65309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2B11F98-9555-5EBB-ACAC-42977BBB9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1691322"/>
            <a:ext cx="8055090" cy="21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7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D3E0D-B5FF-F38B-1565-CBE1356C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89791F-CEBE-4DD1-91F8-BDB440D6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1691322"/>
            <a:ext cx="8300459" cy="420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6918-4DB7-2060-D0EC-06F30822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3595F-ACC0-DC66-4282-49E7B87C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DEE0B6-2B10-4ECC-1185-3E09CBD20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77" y="1691322"/>
            <a:ext cx="5811788" cy="41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8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6498-60F3-EAC7-BCA8-0C80DE8C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85C88-45C4-E80E-1719-465513E8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3409A52-C80C-C8C1-9116-68C6AF8C02C7}"/>
              </a:ext>
            </a:extLst>
          </p:cNvPr>
          <p:cNvGrpSpPr/>
          <p:nvPr/>
        </p:nvGrpSpPr>
        <p:grpSpPr>
          <a:xfrm>
            <a:off x="1212849" y="1838107"/>
            <a:ext cx="7188201" cy="3635593"/>
            <a:chOff x="1212849" y="1838107"/>
            <a:chExt cx="6660727" cy="321605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06266FE-9D09-33D7-6310-13B0B5297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7309"/>
            <a:stretch/>
          </p:blipFill>
          <p:spPr>
            <a:xfrm>
              <a:off x="1212849" y="1838107"/>
              <a:ext cx="6660727" cy="2771994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A5A8A5A-312F-2790-37B3-B9DDB3C79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8355"/>
            <a:stretch/>
          </p:blipFill>
          <p:spPr>
            <a:xfrm>
              <a:off x="1212849" y="4610101"/>
              <a:ext cx="6660727" cy="444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814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A6E2-3ECA-3289-DC0D-1F424663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95C7F-798D-093A-AC89-1438CEF9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197A3B-B600-27BB-3A23-63C3F9538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99" y="1691322"/>
            <a:ext cx="7648683" cy="292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0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D670F-091B-14AA-644D-99DFAEF8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A8322-8D07-FBB7-D726-A51EE032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7800"/>
            <a:ext cx="10058400" cy="746760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74A207-5C7A-5106-55A8-26FBEC85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15060"/>
            <a:ext cx="6506903" cy="53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79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B922-0385-82D2-B2D5-478300E5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D6CF4-1272-BFCD-37D0-D22CB9CA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9AD16B-4986-6E2A-9709-4D4C3395F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99" y="2158259"/>
            <a:ext cx="6596553" cy="29471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01D1B0-5356-8771-61A4-61364DA015B0}"/>
              </a:ext>
            </a:extLst>
          </p:cNvPr>
          <p:cNvSpPr txBox="1"/>
          <p:nvPr/>
        </p:nvSpPr>
        <p:spPr>
          <a:xfrm>
            <a:off x="952500" y="1691322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最终代码</a:t>
            </a:r>
          </a:p>
        </p:txBody>
      </p:sp>
    </p:spTree>
    <p:extLst>
      <p:ext uri="{BB962C8B-B14F-4D97-AF65-F5344CB8AC3E}">
        <p14:creationId xmlns:p14="http://schemas.microsoft.com/office/powerpoint/2010/main" val="72048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5E78-C9B6-09E6-DA60-9F0755C1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95FF8-88C4-6937-1AB4-D29ECA3A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12E41B-F084-8E50-415C-156E3B3B63B8}"/>
              </a:ext>
            </a:extLst>
          </p:cNvPr>
          <p:cNvSpPr txBox="1"/>
          <p:nvPr/>
        </p:nvSpPr>
        <p:spPr>
          <a:xfrm>
            <a:off x="933450" y="1691322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如何在前缀函数的基础上进行字符串匹配？</a:t>
            </a:r>
          </a:p>
        </p:txBody>
      </p:sp>
    </p:spTree>
    <p:extLst>
      <p:ext uri="{BB962C8B-B14F-4D97-AF65-F5344CB8AC3E}">
        <p14:creationId xmlns:p14="http://schemas.microsoft.com/office/powerpoint/2010/main" val="143420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E32D0-1C01-5B44-4146-DDA810AA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179A2-58A5-65B3-F065-C8F6D714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字符串匹配</a:t>
            </a:r>
            <a:r>
              <a:rPr lang="en-US" altLang="zh-CN" sz="4400" dirty="0"/>
              <a:t>(KMP)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4EECBA-E972-F8BF-2F49-8D184C82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13" y="1381760"/>
            <a:ext cx="6574537" cy="461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DCED-DF6E-F585-5C6F-F59663D9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EB630-91C3-1B95-5DB8-1649F3CE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77D59A-D0DF-82D2-F645-E6C25448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9" y="1365854"/>
            <a:ext cx="6690859" cy="489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7629-C482-34F2-CBC9-3829ADFB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1A297-9FA3-D69C-CB0C-3B5E6A46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21979C-C625-CD29-354D-C10F8866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0042"/>
            <a:ext cx="9182100" cy="26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1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7677-94BB-174C-8522-08D0D2BA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9FB3D-E4FE-3B14-6428-BA6BA7EB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790E8C-768A-9C87-C7B0-93CAB33F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1591400"/>
            <a:ext cx="9008876" cy="19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47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3EF0-394E-A4C8-A9FA-9DD91767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7D80D-ADFD-DEE0-2199-90B3D0A9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5CA276-1F13-5759-D629-D8273F57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02" y="1547378"/>
            <a:ext cx="7172298" cy="379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1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E7689-0B17-E92B-3226-03E1041A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4A2F8-BDC9-C4A4-6E97-95740E3C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045CFB-7214-B71A-AECD-84BD3AAC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1383614"/>
            <a:ext cx="6866143" cy="47885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969C0D-AB04-490A-2E13-3FDE78E4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6172199"/>
            <a:ext cx="5564970" cy="3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5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1784-ADDB-F331-1C7A-6FD7A6AE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73EB1-3A3A-4982-8A72-61153021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3A8847-841E-8CF7-EEB9-7A7ACFC5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402491"/>
            <a:ext cx="7157168" cy="43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22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1F55-1161-FC20-8C76-E625274C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BC63A-7976-810C-D6A2-72A88C1D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FC64E2-E67C-345F-D38F-66753ABE272D}"/>
              </a:ext>
            </a:extLst>
          </p:cNvPr>
          <p:cNvSpPr txBox="1"/>
          <p:nvPr/>
        </p:nvSpPr>
        <p:spPr>
          <a:xfrm>
            <a:off x="845127" y="1506656"/>
            <a:ext cx="2006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怎么解决？</a:t>
            </a:r>
          </a:p>
        </p:txBody>
      </p:sp>
    </p:spTree>
    <p:extLst>
      <p:ext uri="{BB962C8B-B14F-4D97-AF65-F5344CB8AC3E}">
        <p14:creationId xmlns:p14="http://schemas.microsoft.com/office/powerpoint/2010/main" val="272562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A6F7-77F3-ABB8-9B18-3BB1A6DF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21D98-BAE2-3C42-D96E-862CE043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400" dirty="0" err="1"/>
              <a:t>Manacher</a:t>
            </a:r>
            <a:r>
              <a:rPr lang="en-US" altLang="zh-CN" dirty="0"/>
              <a:t>(</a:t>
            </a:r>
            <a:r>
              <a:rPr lang="zh-CN" altLang="en-US" sz="4400" dirty="0"/>
              <a:t>马拉车</a:t>
            </a:r>
            <a:r>
              <a:rPr lang="en-US" altLang="zh-CN" sz="4400" dirty="0"/>
              <a:t>)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2D1B43-718D-356F-5BC6-73D8817E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377720"/>
            <a:ext cx="7426867" cy="47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9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609-0BDC-E715-CAD2-B43BB6EB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96FF3-92BB-9B42-3F0D-C2369DB1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字符串哈希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C451AB-83C9-8E29-93F8-E909BDF3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11" y="1474853"/>
            <a:ext cx="7484940" cy="473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95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5F480-49DB-A2AC-3FA9-8C89DB9C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46779-B861-55AC-6E80-FF3D3BC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字符串哈希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3300E0-8727-27B9-F8CF-0B2562D68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93" y="1580694"/>
            <a:ext cx="8712307" cy="292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70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42522-CF08-C411-5199-6C9A2B90F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2D3C0-AC27-72D3-65F8-1476A65F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字符串哈希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629E0F-FD67-3129-647D-6A555480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88" y="1691322"/>
            <a:ext cx="8999997" cy="413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50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8215B-F870-1016-5E6C-05CEC63E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2BD4F-2CEE-AAF3-F87C-A6DE0C2F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33" y="88781"/>
            <a:ext cx="10515600" cy="1325562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字符串哈希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11EB578-5CAE-7B10-425C-5945F1075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357" y="807929"/>
            <a:ext cx="5859285" cy="56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15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DE4D7E-DD75-B302-9040-E849EA6C99EE}"/>
              </a:ext>
            </a:extLst>
          </p:cNvPr>
          <p:cNvSpPr txBox="1"/>
          <p:nvPr/>
        </p:nvSpPr>
        <p:spPr>
          <a:xfrm>
            <a:off x="977030" y="2228671"/>
            <a:ext cx="3914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内容出处：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https://oi-wiki.org/string/match/</a:t>
            </a:r>
            <a:br>
              <a:rPr lang="en-US" altLang="zh-CN" dirty="0"/>
            </a:br>
            <a:r>
              <a:rPr lang="en-US" altLang="zh-CN" dirty="0">
                <a:hlinkClick r:id="rId3"/>
              </a:rPr>
              <a:t>https://oi-wiki.org/string/manacher/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https://oi-wiki.org/string/hash/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4E7F73-F338-013C-F96B-3B940E050CE5}"/>
              </a:ext>
            </a:extLst>
          </p:cNvPr>
          <p:cNvSpPr txBox="1"/>
          <p:nvPr/>
        </p:nvSpPr>
        <p:spPr>
          <a:xfrm>
            <a:off x="977030" y="651353"/>
            <a:ext cx="8749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一些模板题：</a:t>
            </a:r>
            <a:br>
              <a:rPr lang="en-US" altLang="zh-CN" dirty="0"/>
            </a:br>
            <a:r>
              <a:rPr lang="en-US" altLang="zh-CN" dirty="0">
                <a:hlinkClick r:id="rId5"/>
              </a:rPr>
              <a:t>https://www.luogu.com.cn/problem/P3370</a:t>
            </a:r>
            <a:r>
              <a:rPr lang="en-US" altLang="zh-CN" dirty="0"/>
              <a:t> 【</a:t>
            </a:r>
            <a:r>
              <a:rPr lang="zh-CN" altLang="en-US" dirty="0"/>
              <a:t>模板</a:t>
            </a:r>
            <a:r>
              <a:rPr lang="en-US" altLang="zh-CN" dirty="0"/>
              <a:t>】</a:t>
            </a:r>
            <a:r>
              <a:rPr lang="zh-CN" altLang="en-US" dirty="0"/>
              <a:t>字符串哈希</a:t>
            </a:r>
            <a:endParaRPr lang="en-US" altLang="zh-CN" dirty="0"/>
          </a:p>
          <a:p>
            <a:r>
              <a:rPr lang="en-GB" altLang="zh-CN" dirty="0">
                <a:hlinkClick r:id="rId6"/>
              </a:rPr>
              <a:t>https://www.luogu.com.cn/problem/P3805</a:t>
            </a:r>
            <a:r>
              <a:rPr lang="en-GB" altLang="zh-CN" dirty="0"/>
              <a:t> </a:t>
            </a:r>
            <a:r>
              <a:rPr lang="en-US" altLang="zh-CN" dirty="0"/>
              <a:t>【</a:t>
            </a:r>
            <a:r>
              <a:rPr lang="zh-CN" altLang="en-US" dirty="0"/>
              <a:t>模板</a:t>
            </a:r>
            <a:r>
              <a:rPr lang="en-US" altLang="zh-CN" dirty="0"/>
              <a:t>】</a:t>
            </a:r>
            <a:r>
              <a:rPr lang="en-GB" altLang="zh-CN" dirty="0" err="1"/>
              <a:t>manacher</a:t>
            </a:r>
            <a:endParaRPr lang="en-GB" altLang="zh-CN" dirty="0"/>
          </a:p>
          <a:p>
            <a:r>
              <a:rPr lang="en-GB" altLang="zh-CN" dirty="0">
                <a:hlinkClick r:id="rId7"/>
              </a:rPr>
              <a:t>https://www.luogu.com.cn/problem/P3375</a:t>
            </a:r>
            <a:r>
              <a:rPr lang="en-GB" altLang="zh-CN" dirty="0"/>
              <a:t> </a:t>
            </a:r>
            <a:r>
              <a:rPr lang="en-US" altLang="zh-CN" dirty="0"/>
              <a:t>【</a:t>
            </a:r>
            <a:r>
              <a:rPr lang="zh-CN" altLang="en-US" dirty="0"/>
              <a:t>模板</a:t>
            </a:r>
            <a:r>
              <a:rPr lang="en-US" altLang="zh-CN" dirty="0"/>
              <a:t>】</a:t>
            </a:r>
            <a:r>
              <a:rPr lang="en-GB" altLang="zh-CN" dirty="0"/>
              <a:t>KMP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981373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616</TotalTime>
  <Words>213</Words>
  <Application>Microsoft Office PowerPoint</Application>
  <PresentationFormat>宽屏</PresentationFormat>
  <Paragraphs>36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黑体</vt:lpstr>
      <vt:lpstr>Calibri</vt:lpstr>
      <vt:lpstr>Calibri Light</vt:lpstr>
      <vt:lpstr>Wingdings 2</vt:lpstr>
      <vt:lpstr>HDOfficeLightV0</vt:lpstr>
      <vt:lpstr>字符串</vt:lpstr>
      <vt:lpstr>字符串定义</vt:lpstr>
      <vt:lpstr>字符串定义</vt:lpstr>
      <vt:lpstr>字符串定义</vt:lpstr>
      <vt:lpstr>字符串定义</vt:lpstr>
      <vt:lpstr>字符串匹配(KMP)</vt:lpstr>
      <vt:lpstr>字符串匹配(KMP)</vt:lpstr>
      <vt:lpstr>字符串匹配(KMP)</vt:lpstr>
      <vt:lpstr>字符串匹配(KMP)</vt:lpstr>
      <vt:lpstr>字符串匹配(KMP)</vt:lpstr>
      <vt:lpstr>字符串匹配(KMP)</vt:lpstr>
      <vt:lpstr>字符串匹配(KMP)</vt:lpstr>
      <vt:lpstr>字符串匹配(KMP)</vt:lpstr>
      <vt:lpstr>Manacher(马拉车)</vt:lpstr>
      <vt:lpstr>Manacher(马拉车)</vt:lpstr>
      <vt:lpstr>Manacher(马拉车)</vt:lpstr>
      <vt:lpstr>Manacher(马拉车)</vt:lpstr>
      <vt:lpstr>Manacher(马拉车)</vt:lpstr>
      <vt:lpstr>Manacher(马拉车)</vt:lpstr>
      <vt:lpstr>Manacher(马拉车)</vt:lpstr>
      <vt:lpstr>Manacher(马拉车)</vt:lpstr>
      <vt:lpstr>字符串哈希</vt:lpstr>
      <vt:lpstr>字符串哈希</vt:lpstr>
      <vt:lpstr>字符串哈希</vt:lpstr>
      <vt:lpstr>字符串哈希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shshr2005@163.com</dc:creator>
  <cp:lastModifiedBy>shshr2005@163.com</cp:lastModifiedBy>
  <cp:revision>71</cp:revision>
  <dcterms:created xsi:type="dcterms:W3CDTF">2025-02-12T05:50:49Z</dcterms:created>
  <dcterms:modified xsi:type="dcterms:W3CDTF">2025-02-13T02:46:23Z</dcterms:modified>
</cp:coreProperties>
</file>